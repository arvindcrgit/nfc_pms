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5" r:id="rId3"/>
    <p:sldId id="258" r:id="rId4"/>
    <p:sldId id="295" r:id="rId5"/>
    <p:sldId id="287" r:id="rId6"/>
    <p:sldId id="290" r:id="rId7"/>
    <p:sldId id="297" r:id="rId8"/>
    <p:sldId id="291" r:id="rId9"/>
    <p:sldId id="296" r:id="rId10"/>
    <p:sldId id="293" r:id="rId11"/>
    <p:sldId id="294" r:id="rId12"/>
    <p:sldId id="272" r:id="rId13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109" d="100"/>
          <a:sy n="109" d="100"/>
        </p:scale>
        <p:origin x="734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22.01.2024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80" dirty="0"/>
              <a:t>‹#›</a:t>
            </a:fld>
            <a:endParaRPr spc="-8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22.01.2024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80" dirty="0"/>
              <a:t>‹#›</a:t>
            </a:fld>
            <a:endParaRPr spc="-8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22.01.2024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80" dirty="0"/>
              <a:t>‹#›</a:t>
            </a:fld>
            <a:endParaRPr spc="-8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22.01.2024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80" dirty="0"/>
              <a:t>‹#›</a:t>
            </a:fld>
            <a:endParaRPr spc="-8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22.01.2024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80" dirty="0"/>
              <a:t>‹#›</a:t>
            </a:fld>
            <a:endParaRPr spc="-8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82400" y="162000"/>
            <a:ext cx="324904" cy="3249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7301" y="1928680"/>
            <a:ext cx="8089397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2062" y="999280"/>
            <a:ext cx="7979875" cy="2724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5950" y="4818361"/>
            <a:ext cx="493394" cy="162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88888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22.01.2024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28306" y="4838436"/>
            <a:ext cx="128904" cy="162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888888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80" dirty="0"/>
              <a:t>‹#›</a:t>
            </a:fld>
            <a:endParaRPr spc="-8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6637B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8834" y="354670"/>
            <a:ext cx="2066154" cy="68593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634886" y="133350"/>
            <a:ext cx="5012055" cy="4787900"/>
          </a:xfrm>
          <a:custGeom>
            <a:avLst/>
            <a:gdLst/>
            <a:ahLst/>
            <a:cxnLst/>
            <a:rect l="l" t="t" r="r" b="b"/>
            <a:pathLst>
              <a:path w="5012055" h="4787900">
                <a:moveTo>
                  <a:pt x="3625167" y="2768599"/>
                </a:moveTo>
                <a:lnTo>
                  <a:pt x="1780743" y="2768599"/>
                </a:lnTo>
                <a:lnTo>
                  <a:pt x="1815898" y="2755899"/>
                </a:lnTo>
                <a:lnTo>
                  <a:pt x="1853284" y="2743199"/>
                </a:lnTo>
                <a:lnTo>
                  <a:pt x="1892498" y="2730499"/>
                </a:lnTo>
                <a:lnTo>
                  <a:pt x="1933139" y="2705099"/>
                </a:lnTo>
                <a:lnTo>
                  <a:pt x="1974804" y="2692399"/>
                </a:lnTo>
                <a:lnTo>
                  <a:pt x="2101921" y="2616199"/>
                </a:lnTo>
                <a:lnTo>
                  <a:pt x="2143660" y="2578099"/>
                </a:lnTo>
                <a:lnTo>
                  <a:pt x="2184410" y="2539999"/>
                </a:lnTo>
                <a:lnTo>
                  <a:pt x="2223771" y="2501899"/>
                </a:lnTo>
                <a:lnTo>
                  <a:pt x="2261340" y="2463799"/>
                </a:lnTo>
                <a:lnTo>
                  <a:pt x="2302785" y="2412999"/>
                </a:lnTo>
                <a:lnTo>
                  <a:pt x="2336691" y="2362199"/>
                </a:lnTo>
                <a:lnTo>
                  <a:pt x="2363693" y="2311399"/>
                </a:lnTo>
                <a:lnTo>
                  <a:pt x="2384428" y="2247899"/>
                </a:lnTo>
                <a:lnTo>
                  <a:pt x="2399529" y="2197099"/>
                </a:lnTo>
                <a:lnTo>
                  <a:pt x="2409634" y="2146299"/>
                </a:lnTo>
                <a:lnTo>
                  <a:pt x="2415377" y="2108199"/>
                </a:lnTo>
                <a:lnTo>
                  <a:pt x="2417394" y="2057399"/>
                </a:lnTo>
                <a:lnTo>
                  <a:pt x="2416320" y="2006599"/>
                </a:lnTo>
                <a:lnTo>
                  <a:pt x="2412792" y="1968499"/>
                </a:lnTo>
                <a:lnTo>
                  <a:pt x="2407443" y="1930399"/>
                </a:lnTo>
                <a:lnTo>
                  <a:pt x="2400911" y="1904999"/>
                </a:lnTo>
                <a:lnTo>
                  <a:pt x="2391463" y="1866899"/>
                </a:lnTo>
                <a:lnTo>
                  <a:pt x="2379722" y="1828799"/>
                </a:lnTo>
                <a:lnTo>
                  <a:pt x="2365908" y="1790699"/>
                </a:lnTo>
                <a:lnTo>
                  <a:pt x="2350236" y="1752599"/>
                </a:lnTo>
                <a:lnTo>
                  <a:pt x="2332925" y="1714499"/>
                </a:lnTo>
                <a:lnTo>
                  <a:pt x="2314194" y="1663699"/>
                </a:lnTo>
                <a:lnTo>
                  <a:pt x="2294258" y="1625599"/>
                </a:lnTo>
                <a:lnTo>
                  <a:pt x="2273337" y="1587499"/>
                </a:lnTo>
                <a:lnTo>
                  <a:pt x="2251647" y="1549399"/>
                </a:lnTo>
                <a:lnTo>
                  <a:pt x="2229408" y="1498599"/>
                </a:lnTo>
                <a:lnTo>
                  <a:pt x="2206835" y="1460499"/>
                </a:lnTo>
                <a:lnTo>
                  <a:pt x="2184148" y="1409699"/>
                </a:lnTo>
                <a:lnTo>
                  <a:pt x="2161564" y="1371599"/>
                </a:lnTo>
                <a:lnTo>
                  <a:pt x="2139300" y="1320799"/>
                </a:lnTo>
                <a:lnTo>
                  <a:pt x="2117575" y="1282699"/>
                </a:lnTo>
                <a:lnTo>
                  <a:pt x="2096606" y="1231899"/>
                </a:lnTo>
                <a:lnTo>
                  <a:pt x="2076610" y="1181099"/>
                </a:lnTo>
                <a:lnTo>
                  <a:pt x="2057806" y="1130299"/>
                </a:lnTo>
                <a:lnTo>
                  <a:pt x="2040412" y="1079499"/>
                </a:lnTo>
                <a:lnTo>
                  <a:pt x="2024644" y="1028699"/>
                </a:lnTo>
                <a:lnTo>
                  <a:pt x="2010721" y="977899"/>
                </a:lnTo>
                <a:lnTo>
                  <a:pt x="1998861" y="914399"/>
                </a:lnTo>
                <a:lnTo>
                  <a:pt x="1989281" y="863599"/>
                </a:lnTo>
                <a:lnTo>
                  <a:pt x="1982199" y="800099"/>
                </a:lnTo>
                <a:lnTo>
                  <a:pt x="1978666" y="749299"/>
                </a:lnTo>
                <a:lnTo>
                  <a:pt x="1978902" y="698499"/>
                </a:lnTo>
                <a:lnTo>
                  <a:pt x="1982749" y="634999"/>
                </a:lnTo>
                <a:lnTo>
                  <a:pt x="1990047" y="584199"/>
                </a:lnTo>
                <a:lnTo>
                  <a:pt x="2000640" y="546099"/>
                </a:lnTo>
                <a:lnTo>
                  <a:pt x="2014368" y="495299"/>
                </a:lnTo>
                <a:lnTo>
                  <a:pt x="2031073" y="457199"/>
                </a:lnTo>
                <a:lnTo>
                  <a:pt x="2050598" y="406399"/>
                </a:lnTo>
                <a:lnTo>
                  <a:pt x="2072783" y="368299"/>
                </a:lnTo>
                <a:lnTo>
                  <a:pt x="2097472" y="330199"/>
                </a:lnTo>
                <a:lnTo>
                  <a:pt x="2124504" y="292099"/>
                </a:lnTo>
                <a:lnTo>
                  <a:pt x="2153724" y="266699"/>
                </a:lnTo>
                <a:lnTo>
                  <a:pt x="2184971" y="228599"/>
                </a:lnTo>
                <a:lnTo>
                  <a:pt x="2169088" y="203199"/>
                </a:lnTo>
                <a:lnTo>
                  <a:pt x="2159625" y="177799"/>
                </a:lnTo>
                <a:lnTo>
                  <a:pt x="2157567" y="139699"/>
                </a:lnTo>
                <a:lnTo>
                  <a:pt x="2163904" y="114299"/>
                </a:lnTo>
                <a:lnTo>
                  <a:pt x="2182564" y="63499"/>
                </a:lnTo>
                <a:lnTo>
                  <a:pt x="2214432" y="38099"/>
                </a:lnTo>
                <a:lnTo>
                  <a:pt x="2255929" y="12699"/>
                </a:lnTo>
                <a:lnTo>
                  <a:pt x="2303474" y="0"/>
                </a:lnTo>
                <a:lnTo>
                  <a:pt x="2401734" y="0"/>
                </a:lnTo>
                <a:lnTo>
                  <a:pt x="2442161" y="25399"/>
                </a:lnTo>
                <a:lnTo>
                  <a:pt x="2473330" y="63499"/>
                </a:lnTo>
                <a:lnTo>
                  <a:pt x="3900638" y="63499"/>
                </a:lnTo>
                <a:lnTo>
                  <a:pt x="3900638" y="266699"/>
                </a:lnTo>
                <a:lnTo>
                  <a:pt x="3896199" y="304799"/>
                </a:lnTo>
                <a:lnTo>
                  <a:pt x="3233026" y="304799"/>
                </a:lnTo>
                <a:lnTo>
                  <a:pt x="3191836" y="317499"/>
                </a:lnTo>
                <a:lnTo>
                  <a:pt x="3154700" y="342899"/>
                </a:lnTo>
                <a:lnTo>
                  <a:pt x="3123782" y="380999"/>
                </a:lnTo>
                <a:lnTo>
                  <a:pt x="3102365" y="419099"/>
                </a:lnTo>
                <a:lnTo>
                  <a:pt x="3095637" y="469899"/>
                </a:lnTo>
                <a:lnTo>
                  <a:pt x="3103970" y="507999"/>
                </a:lnTo>
                <a:lnTo>
                  <a:pt x="3127732" y="546099"/>
                </a:lnTo>
                <a:lnTo>
                  <a:pt x="3156988" y="584199"/>
                </a:lnTo>
                <a:lnTo>
                  <a:pt x="3230312" y="609599"/>
                </a:lnTo>
                <a:lnTo>
                  <a:pt x="3269936" y="622299"/>
                </a:lnTo>
                <a:lnTo>
                  <a:pt x="3826903" y="622299"/>
                </a:lnTo>
                <a:lnTo>
                  <a:pt x="3826903" y="711199"/>
                </a:lnTo>
                <a:lnTo>
                  <a:pt x="3821998" y="749299"/>
                </a:lnTo>
                <a:lnTo>
                  <a:pt x="3807913" y="800099"/>
                </a:lnTo>
                <a:lnTo>
                  <a:pt x="3785589" y="838199"/>
                </a:lnTo>
                <a:lnTo>
                  <a:pt x="3755965" y="863599"/>
                </a:lnTo>
                <a:lnTo>
                  <a:pt x="3719985" y="888999"/>
                </a:lnTo>
                <a:lnTo>
                  <a:pt x="3678588" y="914399"/>
                </a:lnTo>
                <a:lnTo>
                  <a:pt x="3632717" y="927099"/>
                </a:lnTo>
                <a:lnTo>
                  <a:pt x="3583312" y="927099"/>
                </a:lnTo>
                <a:lnTo>
                  <a:pt x="3617991" y="952499"/>
                </a:lnTo>
                <a:lnTo>
                  <a:pt x="3649216" y="977899"/>
                </a:lnTo>
                <a:lnTo>
                  <a:pt x="3679496" y="990599"/>
                </a:lnTo>
                <a:lnTo>
                  <a:pt x="3711343" y="1015999"/>
                </a:lnTo>
                <a:lnTo>
                  <a:pt x="3747267" y="1041399"/>
                </a:lnTo>
                <a:lnTo>
                  <a:pt x="3789777" y="1079499"/>
                </a:lnTo>
                <a:lnTo>
                  <a:pt x="3841386" y="1130299"/>
                </a:lnTo>
                <a:lnTo>
                  <a:pt x="4892793" y="1130299"/>
                </a:lnTo>
                <a:lnTo>
                  <a:pt x="4584551" y="1409699"/>
                </a:lnTo>
                <a:lnTo>
                  <a:pt x="4399627" y="1574799"/>
                </a:lnTo>
                <a:lnTo>
                  <a:pt x="4251504" y="1701799"/>
                </a:lnTo>
                <a:lnTo>
                  <a:pt x="4140278" y="1803399"/>
                </a:lnTo>
                <a:lnTo>
                  <a:pt x="4140278" y="1841499"/>
                </a:lnTo>
                <a:lnTo>
                  <a:pt x="4138559" y="1892299"/>
                </a:lnTo>
                <a:lnTo>
                  <a:pt x="4133549" y="1930399"/>
                </a:lnTo>
                <a:lnTo>
                  <a:pt x="4125465" y="1981199"/>
                </a:lnTo>
                <a:lnTo>
                  <a:pt x="4114529" y="2031999"/>
                </a:lnTo>
                <a:lnTo>
                  <a:pt x="4100960" y="2070099"/>
                </a:lnTo>
                <a:lnTo>
                  <a:pt x="4084977" y="2120899"/>
                </a:lnTo>
                <a:lnTo>
                  <a:pt x="5011937" y="2120899"/>
                </a:lnTo>
                <a:lnTo>
                  <a:pt x="5011937" y="2387599"/>
                </a:lnTo>
                <a:lnTo>
                  <a:pt x="4999757" y="2425699"/>
                </a:lnTo>
                <a:lnTo>
                  <a:pt x="4969803" y="2451099"/>
                </a:lnTo>
                <a:lnTo>
                  <a:pt x="4922589" y="2463799"/>
                </a:lnTo>
                <a:lnTo>
                  <a:pt x="4733867" y="2539999"/>
                </a:lnTo>
                <a:lnTo>
                  <a:pt x="4545287" y="2603499"/>
                </a:lnTo>
                <a:lnTo>
                  <a:pt x="4482435" y="2628899"/>
                </a:lnTo>
                <a:lnTo>
                  <a:pt x="3754484" y="2628899"/>
                </a:lnTo>
                <a:lnTo>
                  <a:pt x="3703669" y="2692399"/>
                </a:lnTo>
                <a:lnTo>
                  <a:pt x="3657194" y="2730499"/>
                </a:lnTo>
                <a:lnTo>
                  <a:pt x="3625167" y="2768599"/>
                </a:lnTo>
                <a:close/>
              </a:path>
              <a:path w="5012055" h="4787900">
                <a:moveTo>
                  <a:pt x="3900638" y="63499"/>
                </a:moveTo>
                <a:lnTo>
                  <a:pt x="2473330" y="63499"/>
                </a:lnTo>
                <a:lnTo>
                  <a:pt x="2519651" y="38099"/>
                </a:lnTo>
                <a:lnTo>
                  <a:pt x="2566651" y="25399"/>
                </a:lnTo>
                <a:lnTo>
                  <a:pt x="2614145" y="25399"/>
                </a:lnTo>
                <a:lnTo>
                  <a:pt x="2709874" y="0"/>
                </a:lnTo>
                <a:lnTo>
                  <a:pt x="3890762" y="0"/>
                </a:lnTo>
                <a:lnTo>
                  <a:pt x="3898045" y="12699"/>
                </a:lnTo>
                <a:lnTo>
                  <a:pt x="3900638" y="25399"/>
                </a:lnTo>
                <a:lnTo>
                  <a:pt x="3900638" y="63499"/>
                </a:lnTo>
                <a:close/>
              </a:path>
              <a:path w="5012055" h="4787900">
                <a:moveTo>
                  <a:pt x="4892793" y="1130299"/>
                </a:moveTo>
                <a:lnTo>
                  <a:pt x="3841386" y="1130299"/>
                </a:lnTo>
                <a:lnTo>
                  <a:pt x="3889050" y="1104899"/>
                </a:lnTo>
                <a:lnTo>
                  <a:pt x="3936713" y="1092199"/>
                </a:lnTo>
                <a:lnTo>
                  <a:pt x="4032020" y="1041399"/>
                </a:lnTo>
                <a:lnTo>
                  <a:pt x="4127290" y="1003299"/>
                </a:lnTo>
                <a:lnTo>
                  <a:pt x="4555041" y="825499"/>
                </a:lnTo>
                <a:lnTo>
                  <a:pt x="4583515" y="800099"/>
                </a:lnTo>
                <a:lnTo>
                  <a:pt x="4593225" y="761999"/>
                </a:lnTo>
                <a:lnTo>
                  <a:pt x="4593225" y="520699"/>
                </a:lnTo>
                <a:lnTo>
                  <a:pt x="4597307" y="482599"/>
                </a:lnTo>
                <a:lnTo>
                  <a:pt x="4609131" y="431799"/>
                </a:lnTo>
                <a:lnTo>
                  <a:pt x="4628065" y="393699"/>
                </a:lnTo>
                <a:lnTo>
                  <a:pt x="4653478" y="355599"/>
                </a:lnTo>
                <a:lnTo>
                  <a:pt x="4684736" y="317499"/>
                </a:lnTo>
                <a:lnTo>
                  <a:pt x="4721209" y="292099"/>
                </a:lnTo>
                <a:lnTo>
                  <a:pt x="4762264" y="266699"/>
                </a:lnTo>
                <a:lnTo>
                  <a:pt x="4807269" y="253999"/>
                </a:lnTo>
                <a:lnTo>
                  <a:pt x="4855592" y="241299"/>
                </a:lnTo>
                <a:lnTo>
                  <a:pt x="4990829" y="241299"/>
                </a:lnTo>
                <a:lnTo>
                  <a:pt x="5002062" y="253999"/>
                </a:lnTo>
                <a:lnTo>
                  <a:pt x="5009344" y="253999"/>
                </a:lnTo>
                <a:lnTo>
                  <a:pt x="5011937" y="266699"/>
                </a:lnTo>
                <a:lnTo>
                  <a:pt x="5011937" y="1003299"/>
                </a:lnTo>
                <a:lnTo>
                  <a:pt x="5010497" y="1015999"/>
                </a:lnTo>
                <a:lnTo>
                  <a:pt x="5006341" y="1028699"/>
                </a:lnTo>
                <a:lnTo>
                  <a:pt x="4999716" y="1028699"/>
                </a:lnTo>
                <a:lnTo>
                  <a:pt x="4990870" y="1041399"/>
                </a:lnTo>
                <a:lnTo>
                  <a:pt x="4892793" y="1130299"/>
                </a:lnTo>
                <a:close/>
              </a:path>
              <a:path w="5012055" h="4787900">
                <a:moveTo>
                  <a:pt x="3674165" y="495299"/>
                </a:moveTo>
                <a:lnTo>
                  <a:pt x="3618760" y="495299"/>
                </a:lnTo>
                <a:lnTo>
                  <a:pt x="3567676" y="482599"/>
                </a:lnTo>
                <a:lnTo>
                  <a:pt x="3521777" y="457199"/>
                </a:lnTo>
                <a:lnTo>
                  <a:pt x="3481926" y="431799"/>
                </a:lnTo>
                <a:lnTo>
                  <a:pt x="3395023" y="355599"/>
                </a:lnTo>
                <a:lnTo>
                  <a:pt x="3359269" y="330199"/>
                </a:lnTo>
                <a:lnTo>
                  <a:pt x="3318908" y="304799"/>
                </a:lnTo>
                <a:lnTo>
                  <a:pt x="3896199" y="304799"/>
                </a:lnTo>
                <a:lnTo>
                  <a:pt x="3883397" y="355599"/>
                </a:lnTo>
                <a:lnTo>
                  <a:pt x="3863004" y="380999"/>
                </a:lnTo>
                <a:lnTo>
                  <a:pt x="3835790" y="419099"/>
                </a:lnTo>
                <a:lnTo>
                  <a:pt x="3802528" y="444499"/>
                </a:lnTo>
                <a:lnTo>
                  <a:pt x="3763989" y="469899"/>
                </a:lnTo>
                <a:lnTo>
                  <a:pt x="3720944" y="482599"/>
                </a:lnTo>
                <a:lnTo>
                  <a:pt x="3674165" y="495299"/>
                </a:lnTo>
                <a:close/>
              </a:path>
              <a:path w="5012055" h="4787900">
                <a:moveTo>
                  <a:pt x="315949" y="1587499"/>
                </a:moveTo>
                <a:lnTo>
                  <a:pt x="263898" y="1587499"/>
                </a:lnTo>
                <a:lnTo>
                  <a:pt x="238552" y="1574799"/>
                </a:lnTo>
                <a:lnTo>
                  <a:pt x="192796" y="1549399"/>
                </a:lnTo>
                <a:lnTo>
                  <a:pt x="157455" y="1511299"/>
                </a:lnTo>
                <a:lnTo>
                  <a:pt x="125461" y="1473199"/>
                </a:lnTo>
                <a:lnTo>
                  <a:pt x="96898" y="1435099"/>
                </a:lnTo>
                <a:lnTo>
                  <a:pt x="71849" y="1396999"/>
                </a:lnTo>
                <a:lnTo>
                  <a:pt x="50397" y="1358899"/>
                </a:lnTo>
                <a:lnTo>
                  <a:pt x="32625" y="1308099"/>
                </a:lnTo>
                <a:lnTo>
                  <a:pt x="18616" y="1269999"/>
                </a:lnTo>
                <a:lnTo>
                  <a:pt x="8454" y="1219199"/>
                </a:lnTo>
                <a:lnTo>
                  <a:pt x="2220" y="1181099"/>
                </a:lnTo>
                <a:lnTo>
                  <a:pt x="0" y="1130299"/>
                </a:lnTo>
                <a:lnTo>
                  <a:pt x="1874" y="1079499"/>
                </a:lnTo>
                <a:lnTo>
                  <a:pt x="7065" y="1041399"/>
                </a:lnTo>
                <a:lnTo>
                  <a:pt x="16283" y="990599"/>
                </a:lnTo>
                <a:lnTo>
                  <a:pt x="29355" y="952499"/>
                </a:lnTo>
                <a:lnTo>
                  <a:pt x="46107" y="901699"/>
                </a:lnTo>
                <a:lnTo>
                  <a:pt x="66365" y="863599"/>
                </a:lnTo>
                <a:lnTo>
                  <a:pt x="89956" y="825499"/>
                </a:lnTo>
                <a:lnTo>
                  <a:pt x="116705" y="787399"/>
                </a:lnTo>
                <a:lnTo>
                  <a:pt x="146438" y="749299"/>
                </a:lnTo>
                <a:lnTo>
                  <a:pt x="178981" y="723899"/>
                </a:lnTo>
                <a:lnTo>
                  <a:pt x="214161" y="685799"/>
                </a:lnTo>
                <a:lnTo>
                  <a:pt x="251804" y="660399"/>
                </a:lnTo>
                <a:lnTo>
                  <a:pt x="291735" y="634999"/>
                </a:lnTo>
                <a:lnTo>
                  <a:pt x="333781" y="609599"/>
                </a:lnTo>
                <a:lnTo>
                  <a:pt x="377767" y="584199"/>
                </a:lnTo>
                <a:lnTo>
                  <a:pt x="470867" y="558799"/>
                </a:lnTo>
                <a:lnTo>
                  <a:pt x="569643" y="533399"/>
                </a:lnTo>
                <a:lnTo>
                  <a:pt x="722661" y="533399"/>
                </a:lnTo>
                <a:lnTo>
                  <a:pt x="772042" y="546099"/>
                </a:lnTo>
                <a:lnTo>
                  <a:pt x="820186" y="546099"/>
                </a:lnTo>
                <a:lnTo>
                  <a:pt x="912221" y="571499"/>
                </a:lnTo>
                <a:lnTo>
                  <a:pt x="955842" y="596899"/>
                </a:lnTo>
                <a:lnTo>
                  <a:pt x="997685" y="609599"/>
                </a:lnTo>
                <a:lnTo>
                  <a:pt x="1037615" y="634999"/>
                </a:lnTo>
                <a:lnTo>
                  <a:pt x="1075498" y="660399"/>
                </a:lnTo>
                <a:lnTo>
                  <a:pt x="1111198" y="698499"/>
                </a:lnTo>
                <a:lnTo>
                  <a:pt x="1144580" y="723899"/>
                </a:lnTo>
                <a:lnTo>
                  <a:pt x="1175509" y="749299"/>
                </a:lnTo>
                <a:lnTo>
                  <a:pt x="1203851" y="787399"/>
                </a:lnTo>
                <a:lnTo>
                  <a:pt x="591245" y="787399"/>
                </a:lnTo>
                <a:lnTo>
                  <a:pt x="542643" y="800099"/>
                </a:lnTo>
                <a:lnTo>
                  <a:pt x="496499" y="812799"/>
                </a:lnTo>
                <a:lnTo>
                  <a:pt x="453323" y="838199"/>
                </a:lnTo>
                <a:lnTo>
                  <a:pt x="413625" y="863599"/>
                </a:lnTo>
                <a:lnTo>
                  <a:pt x="377915" y="888999"/>
                </a:lnTo>
                <a:lnTo>
                  <a:pt x="346705" y="927099"/>
                </a:lnTo>
                <a:lnTo>
                  <a:pt x="320505" y="965199"/>
                </a:lnTo>
                <a:lnTo>
                  <a:pt x="299824" y="1003299"/>
                </a:lnTo>
                <a:lnTo>
                  <a:pt x="285174" y="1054099"/>
                </a:lnTo>
                <a:lnTo>
                  <a:pt x="277065" y="1092199"/>
                </a:lnTo>
                <a:lnTo>
                  <a:pt x="276005" y="1142999"/>
                </a:lnTo>
                <a:lnTo>
                  <a:pt x="283064" y="1193799"/>
                </a:lnTo>
                <a:lnTo>
                  <a:pt x="297803" y="1244599"/>
                </a:lnTo>
                <a:lnTo>
                  <a:pt x="319785" y="1282699"/>
                </a:lnTo>
                <a:lnTo>
                  <a:pt x="348570" y="1333499"/>
                </a:lnTo>
                <a:lnTo>
                  <a:pt x="383719" y="1371599"/>
                </a:lnTo>
                <a:lnTo>
                  <a:pt x="411148" y="1396999"/>
                </a:lnTo>
                <a:lnTo>
                  <a:pt x="425242" y="1435099"/>
                </a:lnTo>
                <a:lnTo>
                  <a:pt x="425621" y="1473199"/>
                </a:lnTo>
                <a:lnTo>
                  <a:pt x="411907" y="1511299"/>
                </a:lnTo>
                <a:lnTo>
                  <a:pt x="383719" y="1549399"/>
                </a:lnTo>
                <a:lnTo>
                  <a:pt x="340926" y="1574799"/>
                </a:lnTo>
                <a:lnTo>
                  <a:pt x="315949" y="1587499"/>
                </a:lnTo>
                <a:close/>
              </a:path>
              <a:path w="5012055" h="4787900">
                <a:moveTo>
                  <a:pt x="2634791" y="4775199"/>
                </a:moveTo>
                <a:lnTo>
                  <a:pt x="1779261" y="4775199"/>
                </a:lnTo>
                <a:lnTo>
                  <a:pt x="1765004" y="4762499"/>
                </a:lnTo>
                <a:lnTo>
                  <a:pt x="1753092" y="4749799"/>
                </a:lnTo>
                <a:lnTo>
                  <a:pt x="1701023" y="4660899"/>
                </a:lnTo>
                <a:lnTo>
                  <a:pt x="1492867" y="4330699"/>
                </a:lnTo>
                <a:lnTo>
                  <a:pt x="1388943" y="4152899"/>
                </a:lnTo>
                <a:lnTo>
                  <a:pt x="1285186" y="3987799"/>
                </a:lnTo>
                <a:lnTo>
                  <a:pt x="1181642" y="3809999"/>
                </a:lnTo>
                <a:lnTo>
                  <a:pt x="1218756" y="3797299"/>
                </a:lnTo>
                <a:lnTo>
                  <a:pt x="1288295" y="3771899"/>
                </a:lnTo>
                <a:lnTo>
                  <a:pt x="1323188" y="3746499"/>
                </a:lnTo>
                <a:lnTo>
                  <a:pt x="1359809" y="3733799"/>
                </a:lnTo>
                <a:lnTo>
                  <a:pt x="1399392" y="3708399"/>
                </a:lnTo>
                <a:lnTo>
                  <a:pt x="1443172" y="3682999"/>
                </a:lnTo>
                <a:lnTo>
                  <a:pt x="1492384" y="3632199"/>
                </a:lnTo>
                <a:lnTo>
                  <a:pt x="1516053" y="3606799"/>
                </a:lnTo>
                <a:lnTo>
                  <a:pt x="1536953" y="3568699"/>
                </a:lnTo>
                <a:lnTo>
                  <a:pt x="1555255" y="3530599"/>
                </a:lnTo>
                <a:lnTo>
                  <a:pt x="1571133" y="3479799"/>
                </a:lnTo>
                <a:lnTo>
                  <a:pt x="1584760" y="3441699"/>
                </a:lnTo>
                <a:lnTo>
                  <a:pt x="1596308" y="3390899"/>
                </a:lnTo>
                <a:lnTo>
                  <a:pt x="1605950" y="3340099"/>
                </a:lnTo>
                <a:lnTo>
                  <a:pt x="1613859" y="3289299"/>
                </a:lnTo>
                <a:lnTo>
                  <a:pt x="1620207" y="3238499"/>
                </a:lnTo>
                <a:lnTo>
                  <a:pt x="1625168" y="3187699"/>
                </a:lnTo>
                <a:lnTo>
                  <a:pt x="1628914" y="3136899"/>
                </a:lnTo>
                <a:lnTo>
                  <a:pt x="1631617" y="3086099"/>
                </a:lnTo>
                <a:lnTo>
                  <a:pt x="1633451" y="3035299"/>
                </a:lnTo>
                <a:lnTo>
                  <a:pt x="1634589" y="2984499"/>
                </a:lnTo>
                <a:lnTo>
                  <a:pt x="1587837" y="2971799"/>
                </a:lnTo>
                <a:lnTo>
                  <a:pt x="1542439" y="2946399"/>
                </a:lnTo>
                <a:lnTo>
                  <a:pt x="1498474" y="2920999"/>
                </a:lnTo>
                <a:lnTo>
                  <a:pt x="1456023" y="2895599"/>
                </a:lnTo>
                <a:lnTo>
                  <a:pt x="1415166" y="2870199"/>
                </a:lnTo>
                <a:lnTo>
                  <a:pt x="1375982" y="2844799"/>
                </a:lnTo>
                <a:lnTo>
                  <a:pt x="1338552" y="2806699"/>
                </a:lnTo>
                <a:lnTo>
                  <a:pt x="1302957" y="2781299"/>
                </a:lnTo>
                <a:lnTo>
                  <a:pt x="1269276" y="2743199"/>
                </a:lnTo>
                <a:lnTo>
                  <a:pt x="1237589" y="2705099"/>
                </a:lnTo>
                <a:lnTo>
                  <a:pt x="1207976" y="2666999"/>
                </a:lnTo>
                <a:lnTo>
                  <a:pt x="1180518" y="2628899"/>
                </a:lnTo>
                <a:lnTo>
                  <a:pt x="1155295" y="2590799"/>
                </a:lnTo>
                <a:lnTo>
                  <a:pt x="1132387" y="2552699"/>
                </a:lnTo>
                <a:lnTo>
                  <a:pt x="1111873" y="2514599"/>
                </a:lnTo>
                <a:lnTo>
                  <a:pt x="1093835" y="2463799"/>
                </a:lnTo>
                <a:lnTo>
                  <a:pt x="1078352" y="2425699"/>
                </a:lnTo>
                <a:lnTo>
                  <a:pt x="1065505" y="2374899"/>
                </a:lnTo>
                <a:lnTo>
                  <a:pt x="1055373" y="2324099"/>
                </a:lnTo>
                <a:lnTo>
                  <a:pt x="1048036" y="2285999"/>
                </a:lnTo>
                <a:lnTo>
                  <a:pt x="1043576" y="2235199"/>
                </a:lnTo>
                <a:lnTo>
                  <a:pt x="1042071" y="2184399"/>
                </a:lnTo>
                <a:lnTo>
                  <a:pt x="1042071" y="1130299"/>
                </a:lnTo>
                <a:lnTo>
                  <a:pt x="1038933" y="1079499"/>
                </a:lnTo>
                <a:lnTo>
                  <a:pt x="1029775" y="1041399"/>
                </a:lnTo>
                <a:lnTo>
                  <a:pt x="1014983" y="1003299"/>
                </a:lnTo>
                <a:lnTo>
                  <a:pt x="994940" y="965199"/>
                </a:lnTo>
                <a:lnTo>
                  <a:pt x="970033" y="927099"/>
                </a:lnTo>
                <a:lnTo>
                  <a:pt x="940644" y="888999"/>
                </a:lnTo>
                <a:lnTo>
                  <a:pt x="907161" y="863599"/>
                </a:lnTo>
                <a:lnTo>
                  <a:pt x="869966" y="838199"/>
                </a:lnTo>
                <a:lnTo>
                  <a:pt x="829444" y="812799"/>
                </a:lnTo>
                <a:lnTo>
                  <a:pt x="785982" y="800099"/>
                </a:lnTo>
                <a:lnTo>
                  <a:pt x="739963" y="787399"/>
                </a:lnTo>
                <a:lnTo>
                  <a:pt x="1203851" y="787399"/>
                </a:lnTo>
                <a:lnTo>
                  <a:pt x="1229469" y="825499"/>
                </a:lnTo>
                <a:lnTo>
                  <a:pt x="1252229" y="863599"/>
                </a:lnTo>
                <a:lnTo>
                  <a:pt x="1271997" y="901699"/>
                </a:lnTo>
                <a:lnTo>
                  <a:pt x="1288636" y="939799"/>
                </a:lnTo>
                <a:lnTo>
                  <a:pt x="1302012" y="990599"/>
                </a:lnTo>
                <a:lnTo>
                  <a:pt x="1311991" y="1028699"/>
                </a:lnTo>
                <a:lnTo>
                  <a:pt x="1318436" y="1066799"/>
                </a:lnTo>
                <a:lnTo>
                  <a:pt x="1321212" y="1117599"/>
                </a:lnTo>
                <a:lnTo>
                  <a:pt x="1321212" y="2184399"/>
                </a:lnTo>
                <a:lnTo>
                  <a:pt x="1323171" y="2235199"/>
                </a:lnTo>
                <a:lnTo>
                  <a:pt x="1328956" y="2273299"/>
                </a:lnTo>
                <a:lnTo>
                  <a:pt x="1338427" y="2324099"/>
                </a:lnTo>
                <a:lnTo>
                  <a:pt x="1351448" y="2362199"/>
                </a:lnTo>
                <a:lnTo>
                  <a:pt x="1367879" y="2412999"/>
                </a:lnTo>
                <a:lnTo>
                  <a:pt x="1387582" y="2451099"/>
                </a:lnTo>
                <a:lnTo>
                  <a:pt x="1410420" y="2489199"/>
                </a:lnTo>
                <a:lnTo>
                  <a:pt x="1436253" y="2527299"/>
                </a:lnTo>
                <a:lnTo>
                  <a:pt x="1464943" y="2565399"/>
                </a:lnTo>
                <a:lnTo>
                  <a:pt x="1496353" y="2603499"/>
                </a:lnTo>
                <a:lnTo>
                  <a:pt x="1530344" y="2628899"/>
                </a:lnTo>
                <a:lnTo>
                  <a:pt x="1566777" y="2654299"/>
                </a:lnTo>
                <a:lnTo>
                  <a:pt x="1605515" y="2692399"/>
                </a:lnTo>
                <a:lnTo>
                  <a:pt x="1646419" y="2717799"/>
                </a:lnTo>
                <a:lnTo>
                  <a:pt x="1689350" y="2730499"/>
                </a:lnTo>
                <a:lnTo>
                  <a:pt x="1734171" y="2755899"/>
                </a:lnTo>
                <a:lnTo>
                  <a:pt x="1780743" y="2768599"/>
                </a:lnTo>
                <a:lnTo>
                  <a:pt x="3625167" y="2768599"/>
                </a:lnTo>
                <a:lnTo>
                  <a:pt x="3614491" y="2781299"/>
                </a:lnTo>
                <a:lnTo>
                  <a:pt x="3574992" y="2819399"/>
                </a:lnTo>
                <a:lnTo>
                  <a:pt x="3538129" y="2844799"/>
                </a:lnTo>
                <a:lnTo>
                  <a:pt x="3503334" y="2870199"/>
                </a:lnTo>
                <a:lnTo>
                  <a:pt x="3470038" y="2895599"/>
                </a:lnTo>
                <a:lnTo>
                  <a:pt x="3373466" y="2971799"/>
                </a:lnTo>
                <a:lnTo>
                  <a:pt x="3340487" y="2997199"/>
                </a:lnTo>
                <a:lnTo>
                  <a:pt x="3306166" y="3035299"/>
                </a:lnTo>
                <a:lnTo>
                  <a:pt x="3269936" y="3060699"/>
                </a:lnTo>
                <a:lnTo>
                  <a:pt x="3295917" y="3098799"/>
                </a:lnTo>
                <a:lnTo>
                  <a:pt x="3324260" y="3136899"/>
                </a:lnTo>
                <a:lnTo>
                  <a:pt x="3354457" y="3187699"/>
                </a:lnTo>
                <a:lnTo>
                  <a:pt x="3385999" y="3225799"/>
                </a:lnTo>
                <a:lnTo>
                  <a:pt x="3418380" y="3263899"/>
                </a:lnTo>
                <a:lnTo>
                  <a:pt x="3451090" y="3301999"/>
                </a:lnTo>
                <a:lnTo>
                  <a:pt x="3483622" y="3352799"/>
                </a:lnTo>
                <a:lnTo>
                  <a:pt x="3515467" y="3390899"/>
                </a:lnTo>
                <a:lnTo>
                  <a:pt x="3546117" y="3428999"/>
                </a:lnTo>
                <a:lnTo>
                  <a:pt x="3575064" y="3467099"/>
                </a:lnTo>
                <a:lnTo>
                  <a:pt x="3601801" y="3505199"/>
                </a:lnTo>
                <a:lnTo>
                  <a:pt x="3625818" y="3555999"/>
                </a:lnTo>
                <a:lnTo>
                  <a:pt x="3646608" y="3594099"/>
                </a:lnTo>
                <a:lnTo>
                  <a:pt x="3657978" y="3619499"/>
                </a:lnTo>
                <a:lnTo>
                  <a:pt x="2543115" y="3619499"/>
                </a:lnTo>
                <a:lnTo>
                  <a:pt x="2522976" y="3657599"/>
                </a:lnTo>
                <a:lnTo>
                  <a:pt x="2507530" y="3695699"/>
                </a:lnTo>
                <a:lnTo>
                  <a:pt x="2481394" y="3771899"/>
                </a:lnTo>
                <a:lnTo>
                  <a:pt x="2466045" y="3809999"/>
                </a:lnTo>
                <a:lnTo>
                  <a:pt x="2446069" y="3848099"/>
                </a:lnTo>
                <a:lnTo>
                  <a:pt x="2419135" y="3886199"/>
                </a:lnTo>
                <a:lnTo>
                  <a:pt x="2382914" y="3924299"/>
                </a:lnTo>
                <a:lnTo>
                  <a:pt x="2335076" y="3962399"/>
                </a:lnTo>
                <a:lnTo>
                  <a:pt x="2281963" y="4000499"/>
                </a:lnTo>
                <a:lnTo>
                  <a:pt x="2231939" y="4025899"/>
                </a:lnTo>
                <a:lnTo>
                  <a:pt x="2184386" y="4051299"/>
                </a:lnTo>
                <a:lnTo>
                  <a:pt x="1916363" y="4127499"/>
                </a:lnTo>
                <a:lnTo>
                  <a:pt x="1967715" y="4203699"/>
                </a:lnTo>
                <a:lnTo>
                  <a:pt x="2019066" y="4292599"/>
                </a:lnTo>
                <a:lnTo>
                  <a:pt x="2044742" y="4330699"/>
                </a:lnTo>
                <a:lnTo>
                  <a:pt x="2070418" y="4381499"/>
                </a:lnTo>
                <a:lnTo>
                  <a:pt x="2080602" y="4394199"/>
                </a:lnTo>
                <a:lnTo>
                  <a:pt x="2094612" y="4394199"/>
                </a:lnTo>
                <a:lnTo>
                  <a:pt x="2111339" y="4406899"/>
                </a:lnTo>
                <a:lnTo>
                  <a:pt x="2382134" y="4406899"/>
                </a:lnTo>
                <a:lnTo>
                  <a:pt x="2430458" y="4419599"/>
                </a:lnTo>
                <a:lnTo>
                  <a:pt x="2475463" y="4432299"/>
                </a:lnTo>
                <a:lnTo>
                  <a:pt x="2516517" y="4457699"/>
                </a:lnTo>
                <a:lnTo>
                  <a:pt x="2552990" y="4483099"/>
                </a:lnTo>
                <a:lnTo>
                  <a:pt x="2584249" y="4521199"/>
                </a:lnTo>
                <a:lnTo>
                  <a:pt x="2609661" y="4559299"/>
                </a:lnTo>
                <a:lnTo>
                  <a:pt x="2628596" y="4597399"/>
                </a:lnTo>
                <a:lnTo>
                  <a:pt x="2640420" y="4648199"/>
                </a:lnTo>
                <a:lnTo>
                  <a:pt x="2644501" y="4686299"/>
                </a:lnTo>
                <a:lnTo>
                  <a:pt x="2644501" y="4749799"/>
                </a:lnTo>
                <a:lnTo>
                  <a:pt x="2641930" y="4762499"/>
                </a:lnTo>
                <a:lnTo>
                  <a:pt x="2634791" y="4775199"/>
                </a:lnTo>
                <a:close/>
              </a:path>
              <a:path w="5012055" h="4787900">
                <a:moveTo>
                  <a:pt x="5011937" y="2120899"/>
                </a:moveTo>
                <a:lnTo>
                  <a:pt x="4573228" y="2120899"/>
                </a:lnTo>
                <a:lnTo>
                  <a:pt x="4584008" y="2108199"/>
                </a:lnTo>
                <a:lnTo>
                  <a:pt x="4590839" y="2108199"/>
                </a:lnTo>
                <a:lnTo>
                  <a:pt x="4593225" y="2095499"/>
                </a:lnTo>
                <a:lnTo>
                  <a:pt x="4593225" y="1968499"/>
                </a:lnTo>
                <a:lnTo>
                  <a:pt x="4597307" y="1917699"/>
                </a:lnTo>
                <a:lnTo>
                  <a:pt x="4609131" y="1879599"/>
                </a:lnTo>
                <a:lnTo>
                  <a:pt x="4628065" y="1828799"/>
                </a:lnTo>
                <a:lnTo>
                  <a:pt x="4653478" y="1803399"/>
                </a:lnTo>
                <a:lnTo>
                  <a:pt x="4684736" y="1765299"/>
                </a:lnTo>
                <a:lnTo>
                  <a:pt x="4721209" y="1739899"/>
                </a:lnTo>
                <a:lnTo>
                  <a:pt x="4762264" y="1714499"/>
                </a:lnTo>
                <a:lnTo>
                  <a:pt x="4807269" y="1701799"/>
                </a:lnTo>
                <a:lnTo>
                  <a:pt x="4855592" y="1689099"/>
                </a:lnTo>
                <a:lnTo>
                  <a:pt x="4906601" y="1676399"/>
                </a:lnTo>
                <a:lnTo>
                  <a:pt x="4976386" y="1676399"/>
                </a:lnTo>
                <a:lnTo>
                  <a:pt x="4990829" y="1689099"/>
                </a:lnTo>
                <a:lnTo>
                  <a:pt x="5002062" y="1689099"/>
                </a:lnTo>
                <a:lnTo>
                  <a:pt x="5009344" y="1701799"/>
                </a:lnTo>
                <a:lnTo>
                  <a:pt x="5011937" y="1714499"/>
                </a:lnTo>
                <a:lnTo>
                  <a:pt x="5011937" y="2120899"/>
                </a:lnTo>
                <a:close/>
              </a:path>
              <a:path w="5012055" h="4787900">
                <a:moveTo>
                  <a:pt x="3932239" y="2844799"/>
                </a:moveTo>
                <a:lnTo>
                  <a:pt x="3754484" y="2628899"/>
                </a:lnTo>
                <a:lnTo>
                  <a:pt x="4482435" y="2628899"/>
                </a:lnTo>
                <a:lnTo>
                  <a:pt x="4168175" y="2755899"/>
                </a:lnTo>
                <a:lnTo>
                  <a:pt x="3932239" y="2844799"/>
                </a:lnTo>
                <a:close/>
              </a:path>
              <a:path w="5012055" h="4787900">
                <a:moveTo>
                  <a:pt x="4270632" y="4775199"/>
                </a:moveTo>
                <a:lnTo>
                  <a:pt x="3472750" y="4775199"/>
                </a:lnTo>
                <a:lnTo>
                  <a:pt x="3462175" y="4762499"/>
                </a:lnTo>
                <a:lnTo>
                  <a:pt x="3199415" y="4521199"/>
                </a:lnTo>
                <a:lnTo>
                  <a:pt x="3049087" y="4368799"/>
                </a:lnTo>
                <a:lnTo>
                  <a:pt x="2936190" y="4267199"/>
                </a:lnTo>
                <a:lnTo>
                  <a:pt x="2860833" y="4190999"/>
                </a:lnTo>
                <a:lnTo>
                  <a:pt x="2785389" y="4127499"/>
                </a:lnTo>
                <a:lnTo>
                  <a:pt x="2808145" y="4102099"/>
                </a:lnTo>
                <a:lnTo>
                  <a:pt x="2834448" y="4076699"/>
                </a:lnTo>
                <a:lnTo>
                  <a:pt x="2860606" y="4063999"/>
                </a:lnTo>
                <a:lnTo>
                  <a:pt x="2882923" y="4038599"/>
                </a:lnTo>
                <a:lnTo>
                  <a:pt x="2897705" y="4000499"/>
                </a:lnTo>
                <a:lnTo>
                  <a:pt x="2901259" y="3949699"/>
                </a:lnTo>
                <a:lnTo>
                  <a:pt x="2893244" y="3898899"/>
                </a:lnTo>
                <a:lnTo>
                  <a:pt x="2875922" y="3873499"/>
                </a:lnTo>
                <a:lnTo>
                  <a:pt x="2850759" y="3835399"/>
                </a:lnTo>
                <a:lnTo>
                  <a:pt x="2819222" y="3809999"/>
                </a:lnTo>
                <a:lnTo>
                  <a:pt x="2782775" y="3771899"/>
                </a:lnTo>
                <a:lnTo>
                  <a:pt x="2742886" y="3746499"/>
                </a:lnTo>
                <a:lnTo>
                  <a:pt x="2701021" y="3733799"/>
                </a:lnTo>
                <a:lnTo>
                  <a:pt x="2658645" y="3708399"/>
                </a:lnTo>
                <a:lnTo>
                  <a:pt x="2617224" y="3682999"/>
                </a:lnTo>
                <a:lnTo>
                  <a:pt x="2578226" y="3657599"/>
                </a:lnTo>
                <a:lnTo>
                  <a:pt x="2543115" y="3619499"/>
                </a:lnTo>
                <a:lnTo>
                  <a:pt x="3657978" y="3619499"/>
                </a:lnTo>
                <a:lnTo>
                  <a:pt x="3663662" y="3632199"/>
                </a:lnTo>
                <a:lnTo>
                  <a:pt x="3676473" y="3670299"/>
                </a:lnTo>
                <a:lnTo>
                  <a:pt x="3684532" y="3708399"/>
                </a:lnTo>
                <a:lnTo>
                  <a:pt x="3687332" y="3746499"/>
                </a:lnTo>
                <a:lnTo>
                  <a:pt x="3684059" y="3809999"/>
                </a:lnTo>
                <a:lnTo>
                  <a:pt x="3674863" y="3873499"/>
                </a:lnTo>
                <a:lnTo>
                  <a:pt x="3660675" y="3911599"/>
                </a:lnTo>
                <a:lnTo>
                  <a:pt x="3642427" y="3949699"/>
                </a:lnTo>
                <a:lnTo>
                  <a:pt x="3621051" y="3987799"/>
                </a:lnTo>
                <a:lnTo>
                  <a:pt x="3597479" y="4025899"/>
                </a:lnTo>
                <a:lnTo>
                  <a:pt x="3572643" y="4051299"/>
                </a:lnTo>
                <a:lnTo>
                  <a:pt x="3547474" y="4089399"/>
                </a:lnTo>
                <a:lnTo>
                  <a:pt x="3522905" y="4114799"/>
                </a:lnTo>
                <a:lnTo>
                  <a:pt x="3499867" y="4152899"/>
                </a:lnTo>
                <a:lnTo>
                  <a:pt x="3479292" y="4190999"/>
                </a:lnTo>
                <a:lnTo>
                  <a:pt x="3571441" y="4305299"/>
                </a:lnTo>
                <a:lnTo>
                  <a:pt x="3601862" y="4343399"/>
                </a:lnTo>
                <a:lnTo>
                  <a:pt x="3632030" y="4381499"/>
                </a:lnTo>
                <a:lnTo>
                  <a:pt x="3642337" y="4394199"/>
                </a:lnTo>
                <a:lnTo>
                  <a:pt x="3656225" y="4394199"/>
                </a:lnTo>
                <a:lnTo>
                  <a:pt x="3671840" y="4406899"/>
                </a:lnTo>
                <a:lnTo>
                  <a:pt x="4017482" y="4406899"/>
                </a:lnTo>
                <a:lnTo>
                  <a:pt x="4065805" y="4419599"/>
                </a:lnTo>
                <a:lnTo>
                  <a:pt x="4110810" y="4432299"/>
                </a:lnTo>
                <a:lnTo>
                  <a:pt x="4151865" y="4457699"/>
                </a:lnTo>
                <a:lnTo>
                  <a:pt x="4188338" y="4483099"/>
                </a:lnTo>
                <a:lnTo>
                  <a:pt x="4219597" y="4521199"/>
                </a:lnTo>
                <a:lnTo>
                  <a:pt x="4245009" y="4559299"/>
                </a:lnTo>
                <a:lnTo>
                  <a:pt x="4263943" y="4597399"/>
                </a:lnTo>
                <a:lnTo>
                  <a:pt x="4275767" y="4648199"/>
                </a:lnTo>
                <a:lnTo>
                  <a:pt x="4279849" y="4686299"/>
                </a:lnTo>
                <a:lnTo>
                  <a:pt x="4279849" y="4749799"/>
                </a:lnTo>
                <a:lnTo>
                  <a:pt x="4277463" y="4762499"/>
                </a:lnTo>
                <a:lnTo>
                  <a:pt x="4270632" y="4775199"/>
                </a:lnTo>
                <a:close/>
              </a:path>
              <a:path w="5012055" h="4787900">
                <a:moveTo>
                  <a:pt x="2610267" y="4787899"/>
                </a:moveTo>
                <a:lnTo>
                  <a:pt x="1816294" y="4787899"/>
                </a:lnTo>
                <a:lnTo>
                  <a:pt x="1796235" y="4775199"/>
                </a:lnTo>
                <a:lnTo>
                  <a:pt x="2623948" y="4775199"/>
                </a:lnTo>
                <a:lnTo>
                  <a:pt x="2610267" y="4787899"/>
                </a:lnTo>
                <a:close/>
              </a:path>
              <a:path w="5012055" h="4787900">
                <a:moveTo>
                  <a:pt x="4245615" y="4787899"/>
                </a:moveTo>
                <a:lnTo>
                  <a:pt x="3497356" y="4787899"/>
                </a:lnTo>
                <a:lnTo>
                  <a:pt x="3484559" y="4775199"/>
                </a:lnTo>
                <a:lnTo>
                  <a:pt x="4259852" y="4775199"/>
                </a:lnTo>
                <a:lnTo>
                  <a:pt x="4245615" y="4787899"/>
                </a:lnTo>
                <a:close/>
              </a:path>
            </a:pathLst>
          </a:custGeom>
          <a:solidFill>
            <a:srgbClr val="000000">
              <a:alpha val="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908039" y="1148580"/>
            <a:ext cx="26029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en-IN" sz="1400" b="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Nearfield Communication</a:t>
            </a:r>
            <a:endParaRPr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6437" y="4129675"/>
            <a:ext cx="3505200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14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spc="-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Arvind Chinni Ravi (22145673)</a:t>
            </a:r>
          </a:p>
          <a:p>
            <a:pPr marL="12700">
              <a:lnSpc>
                <a:spcPct val="100000"/>
              </a:lnSpc>
            </a:pPr>
            <a:r>
              <a:rPr lang="en-IN" sz="1400" spc="-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Sai Charith Sathyanarayana (13945724)</a:t>
            </a:r>
            <a:endParaRPr sz="1400" spc="-5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53000" y="4129675"/>
            <a:ext cx="3581400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</a:t>
            </a:r>
            <a:r>
              <a:rPr sz="14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Guidance</a:t>
            </a:r>
            <a:r>
              <a:rPr sz="14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4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r">
              <a:lnSpc>
                <a:spcPct val="100000"/>
              </a:lnSpc>
            </a:pPr>
            <a:r>
              <a:rPr sz="1400" spc="-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</a:t>
            </a:r>
            <a:r>
              <a:rPr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14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spc="-5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1400" spc="-1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1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400" spc="-10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spc="-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–Ing. Raphael </a:t>
            </a:r>
            <a:r>
              <a:rPr lang="en-IN" sz="1400" spc="-5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Ruf</a:t>
            </a:r>
            <a:endParaRPr lang="en-IN" sz="1400" spc="-5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r">
              <a:lnSpc>
                <a:spcPct val="100000"/>
              </a:lnSpc>
            </a:pPr>
            <a:r>
              <a:rPr lang="en-IN" sz="1400" spc="-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Bernd Stehle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C7A1ED-D307-7690-41CC-3E4437AEB7E9}"/>
              </a:ext>
            </a:extLst>
          </p:cNvPr>
          <p:cNvSpPr txBox="1"/>
          <p:nvPr/>
        </p:nvSpPr>
        <p:spPr>
          <a:xfrm>
            <a:off x="0" y="1410733"/>
            <a:ext cx="91440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Vehicle Electronic Control Unit (ECU) &amp; Profile Management System</a:t>
            </a:r>
            <a:b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Multi-Factor Authentication and Personalized Driver Environments using ESP32 &amp; NFC</a:t>
            </a:r>
            <a:endParaRPr lang="en-IN" b="1" spc="-5" dirty="0">
              <a:solidFill>
                <a:schemeClr val="bg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615950" y="4818361"/>
            <a:ext cx="493394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85" dirty="0"/>
              <a:t>26.01.2026</a:t>
            </a:r>
            <a:endParaRPr spc="-85" dirty="0"/>
          </a:p>
        </p:txBody>
      </p:sp>
      <p:sp>
        <p:nvSpPr>
          <p:cNvPr id="5" name="object 5"/>
          <p:cNvSpPr txBox="1"/>
          <p:nvPr/>
        </p:nvSpPr>
        <p:spPr>
          <a:xfrm>
            <a:off x="8423716" y="4818361"/>
            <a:ext cx="1301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z="900" spc="-70" dirty="0">
                <a:solidFill>
                  <a:srgbClr val="888888"/>
                </a:solidFill>
                <a:latin typeface="Tahoma"/>
                <a:cs typeface="Tahoma"/>
              </a:rPr>
              <a:t>2</a:t>
            </a:fld>
            <a:endParaRPr sz="900">
              <a:latin typeface="Tahoma"/>
              <a:cs typeface="Tahom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1A4A75-D6AA-911B-A277-C727DA57D66F}"/>
              </a:ext>
            </a:extLst>
          </p:cNvPr>
          <p:cNvSpPr txBox="1"/>
          <p:nvPr/>
        </p:nvSpPr>
        <p:spPr>
          <a:xfrm>
            <a:off x="533400" y="2038350"/>
            <a:ext cx="411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79018F39-48F1-9B7F-4912-FF80BB66D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031386"/>
            <a:ext cx="7661716" cy="3508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 :</a:t>
            </a:r>
            <a:br>
              <a:rPr lang="en-US" sz="20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Modern vehicles lack seamless profile portability; most memory seat settings are tied to the car, not the driver. Furthermore, keyless entry systems are vulnerable to relay attacks and cloning.</a:t>
            </a:r>
            <a:br>
              <a:rPr lang="en-US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: 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secure, decentralized ECU that: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 driver profiles on the user’s card (Portability).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AES-128 Encryption to prevent cloning (Security).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a Web Dashboard for real-time personalization (UX).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876DDA99-7405-32B8-9CE5-8E3BBA186D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5950" y="396991"/>
            <a:ext cx="6470650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300" spc="-5" dirty="0">
                <a:solidFill>
                  <a:srgbClr val="6637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Objectives</a:t>
            </a:r>
            <a:endParaRPr sz="23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12570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6100" y="138437"/>
            <a:ext cx="781049" cy="6381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5950" y="483721"/>
            <a:ext cx="3117850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300" spc="-5" dirty="0">
                <a:solidFill>
                  <a:srgbClr val="6637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sz="2300" dirty="0">
              <a:latin typeface="Arial"/>
              <a:cs typeface="Arial"/>
            </a:endParaRPr>
          </a:p>
        </p:txBody>
      </p:sp>
      <p:sp>
        <p:nvSpPr>
          <p:cNvPr id="71" name="object 71"/>
          <p:cNvSpPr txBox="1">
            <a:spLocks noGrp="1"/>
          </p:cNvSpPr>
          <p:nvPr>
            <p:ph type="dt" sz="half" idx="6"/>
          </p:nvPr>
        </p:nvSpPr>
        <p:spPr>
          <a:xfrm>
            <a:off x="615950" y="4818361"/>
            <a:ext cx="493394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85" dirty="0"/>
              <a:t>26.01.2026</a:t>
            </a:r>
          </a:p>
        </p:txBody>
      </p:sp>
      <p:sp>
        <p:nvSpPr>
          <p:cNvPr id="72" name="object 72"/>
          <p:cNvSpPr txBox="1"/>
          <p:nvPr/>
        </p:nvSpPr>
        <p:spPr>
          <a:xfrm>
            <a:off x="8423716" y="4818361"/>
            <a:ext cx="1301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z="900" spc="-70" dirty="0">
                <a:solidFill>
                  <a:srgbClr val="888888"/>
                </a:solidFill>
                <a:latin typeface="Tahoma"/>
                <a:cs typeface="Tahoma"/>
              </a:rPr>
              <a:t>3</a:t>
            </a:fld>
            <a:endParaRPr sz="900">
              <a:latin typeface="Tahoma"/>
              <a:cs typeface="Tahom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26CF7A-BFD4-23BD-FB4E-A9A0C877D0FA}"/>
              </a:ext>
            </a:extLst>
          </p:cNvPr>
          <p:cNvSpPr txBox="1"/>
          <p:nvPr/>
        </p:nvSpPr>
        <p:spPr>
          <a:xfrm>
            <a:off x="955675" y="1264602"/>
            <a:ext cx="723265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(Dual-core processor, built-in Wi-Fi for the web server).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PN532 NFC Module (Mifare Classic communication).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Seat: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Servo Motor (Simulates motorized physical adjustments).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Interface: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SSD1306 OLED (Status updates) &amp; 4-Color LED System (User identification).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Web Dashboard (Mobile/Web).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61272-02FD-6188-D54E-244847508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31C9F713-6D7C-E644-44EB-3D59338037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6100" y="138437"/>
            <a:ext cx="781049" cy="638174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F22FB3AA-41B4-59DE-DB01-2A455E0A99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5950" y="483721"/>
            <a:ext cx="3117850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300" spc="-5" dirty="0">
                <a:solidFill>
                  <a:srgbClr val="6637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sz="2300" dirty="0">
              <a:latin typeface="Arial"/>
              <a:cs typeface="Arial"/>
            </a:endParaRPr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D519F0DD-755C-390B-DBF0-A5DEAA2EADC2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615950" y="4818361"/>
            <a:ext cx="493394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85" dirty="0"/>
              <a:t>26.01.2026</a:t>
            </a:r>
          </a:p>
        </p:txBody>
      </p:sp>
      <p:sp>
        <p:nvSpPr>
          <p:cNvPr id="72" name="object 72">
            <a:extLst>
              <a:ext uri="{FF2B5EF4-FFF2-40B4-BE49-F238E27FC236}">
                <a16:creationId xmlns:a16="http://schemas.microsoft.com/office/drawing/2014/main" id="{42BE7B47-139B-999A-6DC5-6C407BD4BA1F}"/>
              </a:ext>
            </a:extLst>
          </p:cNvPr>
          <p:cNvSpPr txBox="1"/>
          <p:nvPr/>
        </p:nvSpPr>
        <p:spPr>
          <a:xfrm>
            <a:off x="8423716" y="4818361"/>
            <a:ext cx="1301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z="900" spc="-70" dirty="0">
                <a:solidFill>
                  <a:srgbClr val="888888"/>
                </a:solidFill>
                <a:latin typeface="Tahoma"/>
                <a:cs typeface="Tahoma"/>
              </a:rPr>
              <a:t>4</a:t>
            </a:fld>
            <a:endParaRPr sz="900">
              <a:latin typeface="Tahoma"/>
              <a:cs typeface="Tahom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4D2352-9ADC-65BC-5424-5E7FC5DF04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693" b="18149"/>
          <a:stretch>
            <a:fillRect/>
          </a:stretch>
        </p:blipFill>
        <p:spPr>
          <a:xfrm>
            <a:off x="615950" y="1123950"/>
            <a:ext cx="7848588" cy="332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786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6100" y="138437"/>
            <a:ext cx="781049" cy="6381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5950" y="483398"/>
            <a:ext cx="6318250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300" spc="-5" dirty="0">
                <a:solidFill>
                  <a:srgbClr val="6637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Layer: The Authentication Handshake</a:t>
            </a:r>
            <a:endParaRPr sz="2300" dirty="0">
              <a:latin typeface="Arial"/>
              <a:cs typeface="Arial"/>
            </a:endParaRPr>
          </a:p>
        </p:txBody>
      </p:sp>
      <p:sp>
        <p:nvSpPr>
          <p:cNvPr id="71" name="object 71"/>
          <p:cNvSpPr txBox="1">
            <a:spLocks noGrp="1"/>
          </p:cNvSpPr>
          <p:nvPr>
            <p:ph type="dt" sz="half" idx="6"/>
          </p:nvPr>
        </p:nvSpPr>
        <p:spPr>
          <a:xfrm>
            <a:off x="615950" y="4818361"/>
            <a:ext cx="493394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85" dirty="0"/>
              <a:t>26.01.2026</a:t>
            </a:r>
          </a:p>
        </p:txBody>
      </p:sp>
      <p:sp>
        <p:nvSpPr>
          <p:cNvPr id="72" name="object 72"/>
          <p:cNvSpPr txBox="1"/>
          <p:nvPr/>
        </p:nvSpPr>
        <p:spPr>
          <a:xfrm>
            <a:off x="8423716" y="4818361"/>
            <a:ext cx="1301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z="900" spc="-70" dirty="0">
                <a:solidFill>
                  <a:srgbClr val="888888"/>
                </a:solidFill>
                <a:latin typeface="Tahoma"/>
                <a:cs typeface="Tahoma"/>
              </a:rPr>
              <a:t>5</a:t>
            </a:fld>
            <a:endParaRPr sz="900">
              <a:latin typeface="Tahoma"/>
              <a:cs typeface="Tahom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E24C8A-A393-89FB-B55C-561FF572F464}"/>
              </a:ext>
            </a:extLst>
          </p:cNvPr>
          <p:cNvSpPr txBox="1"/>
          <p:nvPr/>
        </p:nvSpPr>
        <p:spPr>
          <a:xfrm>
            <a:off x="877887" y="1126103"/>
            <a:ext cx="72326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Three-Tier Verification: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UID Matching: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check to see if the card is in the authorized database.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AES-128 Handshake: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runAES() function simulates a cryptographic challenge. Even if a UID is spoofed, the encrypted payload prevents unauthorized access.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Read: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Settings are pulled directly from the NFC Data Blocks, ensuring that even if the car's database is wiped, the driver's settings remain intact.</a:t>
            </a:r>
          </a:p>
        </p:txBody>
      </p:sp>
    </p:spTree>
    <p:extLst>
      <p:ext uri="{BB962C8B-B14F-4D97-AF65-F5344CB8AC3E}">
        <p14:creationId xmlns:p14="http://schemas.microsoft.com/office/powerpoint/2010/main" val="3236106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DE4D8-5D09-232B-953B-356AE51FA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9637C34A-F5B8-9310-57BF-5497A2364CA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6100" y="138437"/>
            <a:ext cx="781049" cy="638174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321DC468-5F5A-7CEB-6462-8FEDDD6506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5950" y="483398"/>
            <a:ext cx="6318250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300" spc="-5" dirty="0">
                <a:solidFill>
                  <a:srgbClr val="6637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Tap-Tap-Adjust Workflow</a:t>
            </a:r>
            <a:endParaRPr lang="en-IN" sz="2800" dirty="0"/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44A66587-F605-0D8B-2041-66E0937FD640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615950" y="4818361"/>
            <a:ext cx="493394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85" dirty="0"/>
              <a:t>26.01.2026</a:t>
            </a:r>
          </a:p>
        </p:txBody>
      </p:sp>
      <p:sp>
        <p:nvSpPr>
          <p:cNvPr id="72" name="object 72">
            <a:extLst>
              <a:ext uri="{FF2B5EF4-FFF2-40B4-BE49-F238E27FC236}">
                <a16:creationId xmlns:a16="http://schemas.microsoft.com/office/drawing/2014/main" id="{590B47AE-6BA4-DFFC-49EF-5E82828ABD4D}"/>
              </a:ext>
            </a:extLst>
          </p:cNvPr>
          <p:cNvSpPr txBox="1"/>
          <p:nvPr/>
        </p:nvSpPr>
        <p:spPr>
          <a:xfrm>
            <a:off x="8423716" y="4818361"/>
            <a:ext cx="1301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z="900" spc="-70" dirty="0">
                <a:solidFill>
                  <a:srgbClr val="888888"/>
                </a:solidFill>
                <a:latin typeface="Tahoma"/>
                <a:cs typeface="Tahoma"/>
              </a:rPr>
              <a:t>6</a:t>
            </a:fld>
            <a:endParaRPr sz="900">
              <a:latin typeface="Tahoma"/>
              <a:cs typeface="Tahom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CFDD52-3E50-33BC-0522-4CD1530F4E74}"/>
              </a:ext>
            </a:extLst>
          </p:cNvPr>
          <p:cNvSpPr txBox="1"/>
          <p:nvPr/>
        </p:nvSpPr>
        <p:spPr>
          <a:xfrm>
            <a:off x="877887" y="1126103"/>
            <a:ext cx="723265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Phases: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 (The Initial Tap):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 detected &gt; Security Handshake &gt; 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Servo moves to stored angle.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 (The Double-Tap):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Tapping again within 4 seconds unlocks the Web Dashboard (prevents accidental Wi-Fi activation).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 (The Sync):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adjusting settings on the phone, a third tap triggers the TAP TO COMMIT sequence, writing data back to the card.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792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B8543-4FE1-FE55-0306-DF7692F27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399CA81-2D77-E9B6-3F6D-67C44DEC53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332" r="840" b="10397"/>
          <a:stretch>
            <a:fillRect/>
          </a:stretch>
        </p:blipFill>
        <p:spPr>
          <a:xfrm>
            <a:off x="615950" y="1123950"/>
            <a:ext cx="7937941" cy="3433187"/>
          </a:xfrm>
          <a:prstGeom prst="rect">
            <a:avLst/>
          </a:prstGeom>
        </p:spPr>
      </p:pic>
      <p:pic>
        <p:nvPicPr>
          <p:cNvPr id="2" name="object 2">
            <a:extLst>
              <a:ext uri="{FF2B5EF4-FFF2-40B4-BE49-F238E27FC236}">
                <a16:creationId xmlns:a16="http://schemas.microsoft.com/office/drawing/2014/main" id="{1DE34969-76FD-DB46-EA30-24E53CCCA05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16100" y="138437"/>
            <a:ext cx="781049" cy="638174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B9048F61-D6EB-C6E9-F3AE-48E1D469D8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5950" y="483398"/>
            <a:ext cx="6318250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300" spc="-5" dirty="0">
                <a:solidFill>
                  <a:srgbClr val="6637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Tap-Tap-Adjust Workflow</a:t>
            </a:r>
            <a:endParaRPr lang="en-IN" sz="2800" dirty="0"/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166F2CD7-E184-B8F7-8EBA-68C540C6107F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615950" y="4818361"/>
            <a:ext cx="493394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85" dirty="0"/>
              <a:t>26.01.2026</a:t>
            </a:r>
          </a:p>
        </p:txBody>
      </p:sp>
      <p:sp>
        <p:nvSpPr>
          <p:cNvPr id="72" name="object 72">
            <a:extLst>
              <a:ext uri="{FF2B5EF4-FFF2-40B4-BE49-F238E27FC236}">
                <a16:creationId xmlns:a16="http://schemas.microsoft.com/office/drawing/2014/main" id="{4BA7EEF9-0426-A09E-E406-3887D39C2034}"/>
              </a:ext>
            </a:extLst>
          </p:cNvPr>
          <p:cNvSpPr txBox="1"/>
          <p:nvPr/>
        </p:nvSpPr>
        <p:spPr>
          <a:xfrm>
            <a:off x="8423716" y="4818361"/>
            <a:ext cx="1301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z="900" spc="-70" dirty="0">
                <a:solidFill>
                  <a:srgbClr val="888888"/>
                </a:solidFill>
                <a:latin typeface="Tahoma"/>
                <a:cs typeface="Tahoma"/>
              </a:rPr>
              <a:t>7</a:t>
            </a:fld>
            <a:endParaRPr sz="9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624786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F18D1-68ED-5F7C-275B-0A2281BF4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29A371BE-63AF-DDD7-7C4F-58E13151E54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6100" y="138437"/>
            <a:ext cx="781049" cy="638174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0AB88FA4-D7F6-F710-38D4-44DF672D33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5950" y="483398"/>
            <a:ext cx="6318250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300" spc="-5" dirty="0">
                <a:solidFill>
                  <a:srgbClr val="6637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Dashboard &amp; Local Connectivity</a:t>
            </a:r>
            <a:endParaRPr lang="en-IN" sz="2800" dirty="0"/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E0C84999-BA95-461C-0C2C-7849D13AC16F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615950" y="4818361"/>
            <a:ext cx="493394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85" dirty="0"/>
              <a:t>26.01.2026</a:t>
            </a:r>
          </a:p>
        </p:txBody>
      </p:sp>
      <p:sp>
        <p:nvSpPr>
          <p:cNvPr id="72" name="object 72">
            <a:extLst>
              <a:ext uri="{FF2B5EF4-FFF2-40B4-BE49-F238E27FC236}">
                <a16:creationId xmlns:a16="http://schemas.microsoft.com/office/drawing/2014/main" id="{3A528969-7CC9-59DF-1681-195C7364007B}"/>
              </a:ext>
            </a:extLst>
          </p:cNvPr>
          <p:cNvSpPr txBox="1"/>
          <p:nvPr/>
        </p:nvSpPr>
        <p:spPr>
          <a:xfrm>
            <a:off x="8423716" y="4818361"/>
            <a:ext cx="1301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z="900" spc="-70" dirty="0">
                <a:solidFill>
                  <a:srgbClr val="888888"/>
                </a:solidFill>
                <a:latin typeface="Tahoma"/>
                <a:cs typeface="Tahoma"/>
              </a:rPr>
              <a:t>8</a:t>
            </a:fld>
            <a:endParaRPr sz="900">
              <a:latin typeface="Tahoma"/>
              <a:cs typeface="Tahom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421AD3-D86D-75D9-34E5-9E31E8562C32}"/>
              </a:ext>
            </a:extLst>
          </p:cNvPr>
          <p:cNvSpPr txBox="1"/>
          <p:nvPr/>
        </p:nvSpPr>
        <p:spPr>
          <a:xfrm>
            <a:off x="921149" y="1191048"/>
            <a:ext cx="730170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Web Server: 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Hosted directly on the ESP32.</a:t>
            </a: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Seat Angle adjustment slider.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Music Genre selection (Jazz, Rock, Pop, etc.).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 Mode toggle (Eco, Sport, Comfort).</a:t>
            </a: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hosting the web server directly on the ESP32 inside the car, you have eliminated the internet as an entry point.</a:t>
            </a:r>
          </a:p>
        </p:txBody>
      </p:sp>
    </p:spTree>
    <p:extLst>
      <p:ext uri="{BB962C8B-B14F-4D97-AF65-F5344CB8AC3E}">
        <p14:creationId xmlns:p14="http://schemas.microsoft.com/office/powerpoint/2010/main" val="1191105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E64D0-74D5-D683-2628-54B6E9534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BB792233-4250-FED4-ABB9-A90E584E24B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6100" y="138437"/>
            <a:ext cx="781049" cy="638174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6D6F6930-0A77-4995-F103-4984D4C524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8179" y="1121101"/>
            <a:ext cx="631825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18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Guest Mode &amp; Dynamic Enrollment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BFE5B661-4C2A-B73E-D7CA-60CE7194010B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615950" y="4818361"/>
            <a:ext cx="493394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85" dirty="0"/>
              <a:t>26.01.2026</a:t>
            </a:r>
          </a:p>
        </p:txBody>
      </p:sp>
      <p:sp>
        <p:nvSpPr>
          <p:cNvPr id="72" name="object 72">
            <a:extLst>
              <a:ext uri="{FF2B5EF4-FFF2-40B4-BE49-F238E27FC236}">
                <a16:creationId xmlns:a16="http://schemas.microsoft.com/office/drawing/2014/main" id="{05D36615-716C-D0CD-9D9F-70BCAE695692}"/>
              </a:ext>
            </a:extLst>
          </p:cNvPr>
          <p:cNvSpPr txBox="1"/>
          <p:nvPr/>
        </p:nvSpPr>
        <p:spPr>
          <a:xfrm>
            <a:off x="8423716" y="4818361"/>
            <a:ext cx="263084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z="900" spc="-70" dirty="0">
                <a:solidFill>
                  <a:srgbClr val="888888"/>
                </a:solidFill>
                <a:latin typeface="Tahoma"/>
                <a:cs typeface="Tahoma"/>
              </a:rPr>
              <a:t>9</a:t>
            </a:fld>
            <a:endParaRPr sz="900" dirty="0">
              <a:latin typeface="Tahoma"/>
              <a:cs typeface="Tahom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0BA838-8C6A-D27C-54F6-28F0BD4BC974}"/>
              </a:ext>
            </a:extLst>
          </p:cNvPr>
          <p:cNvSpPr txBox="1"/>
          <p:nvPr/>
        </p:nvSpPr>
        <p:spPr>
          <a:xfrm>
            <a:off x="678179" y="1525235"/>
            <a:ext cx="800862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  <a:b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Grant temporary access (e.g., Valet, Mechanic) without compromising admin data.</a:t>
            </a:r>
          </a:p>
          <a:p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Workflow:</a:t>
            </a:r>
          </a:p>
          <a:p>
            <a:b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Enrollment: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activates Enroll Mode to temporarily whitelist the specific card.</a:t>
            </a:r>
          </a:p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Sandboxing: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Guest profile is restricted to Safe Defaults (Eco Mode, 90° Seat) and cannot overwrite Admin settings.</a:t>
            </a:r>
          </a:p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Volatile Memory (RAM). Guest credentials are automatically wiped when the ignition turns off.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B225AA57-FF05-75B1-EB9B-8D01238D4601}"/>
              </a:ext>
            </a:extLst>
          </p:cNvPr>
          <p:cNvSpPr txBox="1">
            <a:spLocks/>
          </p:cNvSpPr>
          <p:nvPr/>
        </p:nvSpPr>
        <p:spPr>
          <a:xfrm>
            <a:off x="597935" y="516946"/>
            <a:ext cx="6318250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Tahoma"/>
                <a:ea typeface="+mj-ea"/>
                <a:cs typeface="Tahoma"/>
              </a:defRPr>
            </a:lvl1pPr>
          </a:lstStyle>
          <a:p>
            <a:r>
              <a:rPr lang="en-IN" sz="2300" kern="0" spc="-5" dirty="0">
                <a:solidFill>
                  <a:srgbClr val="6637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&amp; Scaling</a:t>
            </a:r>
          </a:p>
        </p:txBody>
      </p:sp>
    </p:spTree>
    <p:extLst>
      <p:ext uri="{BB962C8B-B14F-4D97-AF65-F5344CB8AC3E}">
        <p14:creationId xmlns:p14="http://schemas.microsoft.com/office/powerpoint/2010/main" val="1101209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C6531-6622-792A-107F-57B7DC119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61FDD8AF-1BB1-4320-50CF-25EFF73F5C5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6100" y="138437"/>
            <a:ext cx="781049" cy="638174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B9FC165B-FD21-FBC7-E392-4D34F6EB5F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5950" y="483398"/>
            <a:ext cx="6318250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300" spc="-5" dirty="0">
                <a:solidFill>
                  <a:srgbClr val="6637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&amp; Scaling</a:t>
            </a:r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4A12911A-4A5A-A512-F753-0EBE410CEBBC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615950" y="4818361"/>
            <a:ext cx="493394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85" dirty="0"/>
              <a:t>26.01.2026</a:t>
            </a:r>
          </a:p>
        </p:txBody>
      </p:sp>
      <p:sp>
        <p:nvSpPr>
          <p:cNvPr id="72" name="object 72">
            <a:extLst>
              <a:ext uri="{FF2B5EF4-FFF2-40B4-BE49-F238E27FC236}">
                <a16:creationId xmlns:a16="http://schemas.microsoft.com/office/drawing/2014/main" id="{78C331B2-D9FB-57AB-0187-60EAEC6F1A1E}"/>
              </a:ext>
            </a:extLst>
          </p:cNvPr>
          <p:cNvSpPr txBox="1"/>
          <p:nvPr/>
        </p:nvSpPr>
        <p:spPr>
          <a:xfrm>
            <a:off x="8423716" y="4818361"/>
            <a:ext cx="415484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z="900" spc="-70" dirty="0">
                <a:solidFill>
                  <a:srgbClr val="888888"/>
                </a:solidFill>
                <a:latin typeface="Tahoma"/>
                <a:cs typeface="Tahoma"/>
              </a:rPr>
              <a:t>10</a:t>
            </a:fld>
            <a:endParaRPr sz="900" dirty="0">
              <a:latin typeface="Tahoma"/>
              <a:cs typeface="Tahom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6A22A7-CCAA-1809-DDA5-3A64553466F4}"/>
              </a:ext>
            </a:extLst>
          </p:cNvPr>
          <p:cNvSpPr txBox="1"/>
          <p:nvPr/>
        </p:nvSpPr>
        <p:spPr>
          <a:xfrm>
            <a:off x="838200" y="1126102"/>
            <a:ext cx="73779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Biometric Integration: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a fingerprint sensor for 3-Factor Authentication.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Sync: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Syncing profiles to a secure cloud so settings can be pulled to any car globally.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Expanded Actuation: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Controlling mirrors, steering column, and climate control via the same NFC trigger.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CAN-Bus Integration: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Moving from a simulation (Servo) to actual vehicle CAN-Bus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3919250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A0131-E296-2FE6-0FE7-A28BF4C76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9084F844-C971-E1CC-09EF-C79444A932B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6100" y="138437"/>
            <a:ext cx="781049" cy="638174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B2D84268-6EB8-F7D4-393E-B21845FDEC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5950" y="483398"/>
            <a:ext cx="6318250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300" spc="-5" dirty="0">
                <a:solidFill>
                  <a:srgbClr val="6637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Q&amp;A</a:t>
            </a:r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05A30DF6-5E2D-6C52-0E99-C838468F722B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615950" y="4818361"/>
            <a:ext cx="493394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85" dirty="0"/>
              <a:t>26.01.2026</a:t>
            </a:r>
          </a:p>
        </p:txBody>
      </p:sp>
      <p:sp>
        <p:nvSpPr>
          <p:cNvPr id="72" name="object 72">
            <a:extLst>
              <a:ext uri="{FF2B5EF4-FFF2-40B4-BE49-F238E27FC236}">
                <a16:creationId xmlns:a16="http://schemas.microsoft.com/office/drawing/2014/main" id="{011947E0-EADD-E2C1-11A8-2B21A071355D}"/>
              </a:ext>
            </a:extLst>
          </p:cNvPr>
          <p:cNvSpPr txBox="1"/>
          <p:nvPr/>
        </p:nvSpPr>
        <p:spPr>
          <a:xfrm>
            <a:off x="8423716" y="4818361"/>
            <a:ext cx="339284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z="900" spc="-70" dirty="0">
                <a:solidFill>
                  <a:srgbClr val="888888"/>
                </a:solidFill>
                <a:latin typeface="Tahoma"/>
                <a:cs typeface="Tahoma"/>
              </a:rPr>
              <a:t>11</a:t>
            </a:fld>
            <a:endParaRPr sz="900" dirty="0">
              <a:latin typeface="Tahoma"/>
              <a:cs typeface="Tahom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C0A0F7-DB92-4DBE-F8A8-0422E9DE26AC}"/>
              </a:ext>
            </a:extLst>
          </p:cNvPr>
          <p:cNvSpPr txBox="1"/>
          <p:nvPr/>
        </p:nvSpPr>
        <p:spPr>
          <a:xfrm>
            <a:off x="838200" y="1126102"/>
            <a:ext cx="73779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ECU prototype proves that vehicle personalization can be both highly secure (AES-128) and incredibly portable.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Ready!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462240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6637B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005" y="162904"/>
            <a:ext cx="323999" cy="3239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2987" y="1777727"/>
            <a:ext cx="226654" cy="20398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7067026" y="3275314"/>
            <a:ext cx="1876425" cy="1689100"/>
          </a:xfrm>
          <a:custGeom>
            <a:avLst/>
            <a:gdLst/>
            <a:ahLst/>
            <a:cxnLst/>
            <a:rect l="l" t="t" r="r" b="b"/>
            <a:pathLst>
              <a:path w="1876425" h="1689100">
                <a:moveTo>
                  <a:pt x="1642006" y="1688546"/>
                </a:moveTo>
                <a:lnTo>
                  <a:pt x="0" y="1688546"/>
                </a:lnTo>
                <a:lnTo>
                  <a:pt x="0" y="1264409"/>
                </a:lnTo>
                <a:lnTo>
                  <a:pt x="1404893" y="1264409"/>
                </a:lnTo>
                <a:lnTo>
                  <a:pt x="1404893" y="0"/>
                </a:lnTo>
                <a:lnTo>
                  <a:pt x="1642006" y="0"/>
                </a:lnTo>
                <a:lnTo>
                  <a:pt x="1672571" y="1959"/>
                </a:lnTo>
                <a:lnTo>
                  <a:pt x="1730367" y="16880"/>
                </a:lnTo>
                <a:lnTo>
                  <a:pt x="1784366" y="44431"/>
                </a:lnTo>
                <a:lnTo>
                  <a:pt x="1826787" y="82610"/>
                </a:lnTo>
                <a:lnTo>
                  <a:pt x="1857399" y="131209"/>
                </a:lnTo>
                <a:lnTo>
                  <a:pt x="1873978" y="183226"/>
                </a:lnTo>
                <a:lnTo>
                  <a:pt x="1876155" y="210735"/>
                </a:lnTo>
                <a:lnTo>
                  <a:pt x="1876155" y="1477812"/>
                </a:lnTo>
                <a:lnTo>
                  <a:pt x="1867633" y="1531829"/>
                </a:lnTo>
                <a:lnTo>
                  <a:pt x="1843552" y="1581845"/>
                </a:lnTo>
                <a:lnTo>
                  <a:pt x="1807244" y="1626526"/>
                </a:lnTo>
                <a:lnTo>
                  <a:pt x="1757598" y="1659203"/>
                </a:lnTo>
                <a:lnTo>
                  <a:pt x="1702025" y="1680877"/>
                </a:lnTo>
                <a:lnTo>
                  <a:pt x="1672571" y="1686587"/>
                </a:lnTo>
                <a:lnTo>
                  <a:pt x="1642006" y="16885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27300" y="1928680"/>
            <a:ext cx="366369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b="0" spc="-4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 H ANK YOU!</a:t>
            </a:r>
            <a:endParaRPr b="0" spc="-4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5882</TotalTime>
  <Words>665</Words>
  <Application>Microsoft Office PowerPoint</Application>
  <PresentationFormat>On-screen Show (16:9)</PresentationFormat>
  <Paragraphs>88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Tahoma</vt:lpstr>
      <vt:lpstr>Times New Roman</vt:lpstr>
      <vt:lpstr>Office Theme</vt:lpstr>
      <vt:lpstr>Nearfield Communication</vt:lpstr>
      <vt:lpstr>Problem statement &amp; Objectives</vt:lpstr>
      <vt:lpstr>System Architecture</vt:lpstr>
      <vt:lpstr>System Architecture</vt:lpstr>
      <vt:lpstr>Security Layer: The Authentication Handshake</vt:lpstr>
      <vt:lpstr>The Tap-Tap-Adjust Workflow</vt:lpstr>
      <vt:lpstr>The Tap-Tap-Adjust Workflow</vt:lpstr>
      <vt:lpstr>Web Dashboard &amp; Local Connectivity</vt:lpstr>
      <vt:lpstr>Guest Mode &amp; Dynamic Enrollment</vt:lpstr>
      <vt:lpstr>Future Scope &amp; Scaling</vt:lpstr>
      <vt:lpstr>Conclusion &amp; Q&amp;A</vt:lpstr>
      <vt:lpstr>T  H 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 slides</dc:title>
  <dc:creator>Jayant Patil</dc:creator>
  <cp:lastModifiedBy>Arvind CR</cp:lastModifiedBy>
  <cp:revision>18</cp:revision>
  <dcterms:created xsi:type="dcterms:W3CDTF">2024-05-15T21:00:05Z</dcterms:created>
  <dcterms:modified xsi:type="dcterms:W3CDTF">2026-01-28T12:26:43Z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